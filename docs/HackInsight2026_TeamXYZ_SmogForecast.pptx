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ck Insight 2026" id="{d27e10ab-bb75-0403-50be-a673a199689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Hack_Insight_2026_Tech_Banner__1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7124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HACK INSIGHT 2026  |  NED University of Engineering &amp;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HACK INSIGHT 2026  |  NED University of Engineering &amp;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2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Hack_Insight_2026_Tech_Banner__1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71246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10" Type="http://schemas.openxmlformats.org/officeDocument/2006/relationships/image" Target="../media/smog_dash.jpeg"/><Relationship Id="rId11" Type="http://schemas.openxmlformats.org/officeDocument/2006/relationships/image" Target="../media/smog_backtest.jpeg"/><Relationship Id="rId12" Type="http://schemas.openxmlformats.org/officeDocument/2006/relationships/image" Target="../media/smog_epa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Smog Forecast Pakistan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Team XYZ  |  Air Quality: next-day PM2.5 forecast and smog advisory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49377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Every winter, smog in Pakistan’s cities reaches many times the safe limit (Lahore: 539 µg/m³ in Nov 2024; Pakistan’s 24-hour limit is 35). Schools, hospitals and traffic plans must be decided the evening before, but officials only see today’s reading.</a:t>
            </a:r>
            <a:endParaRPr lang="en-US" sz="1800" dirty="0"/>
          </a:p>
        </p:txBody>
      </p:sp>
      <p:sp>
        <p:nvSpPr>
          <p:cNvPr id="6" name="Side card 1"/>
          <p:cNvSpPr/>
          <p:nvPr/>
        </p:nvSpPr>
        <p:spPr>
          <a:xfrm>
            <a:off x="5669280" y="1188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7" name="Number 1"/>
          <p:cNvSpPr txBox="1"/>
          <p:nvPr/>
        </p:nvSpPr>
        <p:spPr>
          <a:xfrm>
            <a:off x="585216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Who is affected?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7190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District environment officers, schools and hospitals in 4 cities</a:t>
            </a:r>
            <a:endParaRPr lang="en-US" sz="1200" dirty="0"/>
          </a:p>
        </p:txBody>
      </p:sp>
      <p:sp>
        <p:nvSpPr>
          <p:cNvPr id="10" name="Side card 2"/>
          <p:cNvSpPr/>
          <p:nvPr/>
        </p:nvSpPr>
        <p:spPr>
          <a:xfrm>
            <a:off x="5669280" y="2331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 txBox="1"/>
          <p:nvPr/>
        </p:nvSpPr>
        <p:spPr>
          <a:xfrm>
            <a:off x="585216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 does it matter?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8620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Children, the elderly and asthma patients are hit hardest</a:t>
            </a:r>
            <a:endParaRPr lang="en-US" sz="1200" dirty="0"/>
          </a:p>
        </p:txBody>
      </p:sp>
      <p:sp>
        <p:nvSpPr>
          <p:cNvPr id="14" name="Side card 3"/>
          <p:cNvSpPr/>
          <p:nvPr/>
        </p:nvSpPr>
        <p:spPr>
          <a:xfrm>
            <a:off x="5669280" y="3474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5" name="Number 3"/>
          <p:cNvSpPr txBox="1"/>
          <p:nvPr/>
        </p:nvSpPr>
        <p:spPr>
          <a:xfrm>
            <a:off x="585216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Our goal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0050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Tomorrow’s PM2.5 and a clear advisory by 8 PM, in Urdu too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Dataset Declaration</a:t>
            </a:r>
            <a:endParaRPr lang="en-US" sz="3200" dirty="0"/>
          </a:p>
        </p:txBody>
      </p:sp>
      <p:graphicFrame>
        <p:nvGraphicFramePr>
          <p:cNvPr id="4" name="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Dataset name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OpenAQ PM2.5 sensors + NASA FIRMS fires + Open-Meteo weather + Copernicus CAMS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Source / link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Public APIs: openaq.org, firms.modaps.eosdis.nasa.gov, open-meteo.com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Size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~905K hourly PM2.5 rows (202 sensors), ~285K fire detections, ~49K weather hours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Time period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June 2025 to now (Oct 2026), updated every hour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Format &amp; license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JSON/CSV into DuckDB; CC BY 4.0 and NASA open data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Key features / target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Target: tomorrow’s mean PM2.5 per city. Inputs: PM2.5 history, weather forecast, fires, CAMS, season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tat card 1"/>
          <p:cNvSpPr/>
          <p:nvPr/>
        </p:nvSpPr>
        <p:spPr>
          <a:xfrm>
            <a:off x="6217920" y="1188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0" y="1298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905K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Hourly PM2.5 readings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6217920" y="2331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0" y="2441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202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Sensors in 4 cities</a:t>
            </a:r>
            <a:endParaRPr lang="en-US" sz="1200" dirty="0"/>
          </a:p>
        </p:txBody>
      </p:sp>
      <p:sp>
        <p:nvSpPr>
          <p:cNvPr id="10" name="Stat card 3"/>
          <p:cNvSpPr/>
          <p:nvPr/>
        </p:nvSpPr>
        <p:spPr>
          <a:xfrm>
            <a:off x="6217920" y="3474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3584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2,500+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Raw files, SHA-256 fingerprinted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Used</a:t>
            </a:r>
            <a:endParaRPr lang="en-US" sz="3200" dirty="0"/>
          </a:p>
        </p:txBody>
      </p:sp>
      <p:sp>
        <p:nvSpPr>
          <p:cNvPr id="3" name="Stage card 1"/>
          <p:cNvSpPr/>
          <p:nvPr/>
        </p:nvSpPr>
        <p:spPr>
          <a:xfrm>
            <a:off x="45720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Stage number 1"/>
          <p:cNvSpPr txBox="1"/>
          <p:nvPr/>
        </p:nvSpPr>
        <p:spPr>
          <a:xfrm>
            <a:off x="98298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OpenAQ, NASA FIRMS, Open-Meteo APIs; hourly</a:t>
            </a:r>
            <a:endParaRPr lang="en-US" sz="1200" dirty="0"/>
          </a:p>
        </p:txBody>
      </p:sp>
      <p:sp>
        <p:nvSpPr>
          <p:cNvPr id="7" name="Arrow 1"/>
          <p:cNvSpPr/>
          <p:nvPr/>
        </p:nvSpPr>
        <p:spPr>
          <a:xfrm>
            <a:off x="192024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tage card 2"/>
          <p:cNvSpPr/>
          <p:nvPr/>
        </p:nvSpPr>
        <p:spPr>
          <a:xfrm>
            <a:off x="214884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9" name="Stage number 2"/>
          <p:cNvSpPr txBox="1"/>
          <p:nvPr/>
        </p:nvSpPr>
        <p:spPr>
          <a:xfrm>
            <a:off x="267462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Quality Agent: flag, fill 1–2 h gaps, 2 gates</a:t>
            </a:r>
            <a:endParaRPr lang="en-US" sz="1200" dirty="0"/>
          </a:p>
        </p:txBody>
      </p:sp>
      <p:sp>
        <p:nvSpPr>
          <p:cNvPr id="12" name="Arrow 2"/>
          <p:cNvSpPr/>
          <p:nvPr/>
        </p:nvSpPr>
        <p:spPr>
          <a:xfrm>
            <a:off x="361188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Stage card 3"/>
          <p:cNvSpPr/>
          <p:nvPr/>
        </p:nvSpPr>
        <p:spPr>
          <a:xfrm>
            <a:off x="384048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4" name="Stage number 3"/>
          <p:cNvSpPr txBox="1"/>
          <p:nvPr/>
        </p:nvSpPr>
        <p:spPr>
          <a:xfrm>
            <a:off x="436626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Analysis / EDA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Profiling, 8 PM features, drift, EPA check</a:t>
            </a:r>
            <a:endParaRPr lang="en-US" sz="1200" dirty="0"/>
          </a:p>
        </p:txBody>
      </p:sp>
      <p:sp>
        <p:nvSpPr>
          <p:cNvPr id="17" name="Arrow 3"/>
          <p:cNvSpPr/>
          <p:nvPr/>
        </p:nvSpPr>
        <p:spPr>
          <a:xfrm>
            <a:off x="530352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Stage card 4"/>
          <p:cNvSpPr/>
          <p:nvPr/>
        </p:nvSpPr>
        <p:spPr>
          <a:xfrm>
            <a:off x="553212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9" name="Stage number 4"/>
          <p:cNvSpPr txBox="1"/>
          <p:nvPr/>
        </p:nvSpPr>
        <p:spPr>
          <a:xfrm>
            <a:off x="605790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Gradient boosting + calibrated 80% range</a:t>
            </a:r>
            <a:endParaRPr lang="en-US" sz="1200" dirty="0"/>
          </a:p>
        </p:txBody>
      </p:sp>
      <p:sp>
        <p:nvSpPr>
          <p:cNvPr id="22" name="Arrow 4"/>
          <p:cNvSpPr/>
          <p:nvPr/>
        </p:nvSpPr>
        <p:spPr>
          <a:xfrm>
            <a:off x="699516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Stage card 5"/>
          <p:cNvSpPr/>
          <p:nvPr/>
        </p:nvSpPr>
        <p:spPr>
          <a:xfrm>
            <a:off x="722376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4" name="Stage number 5"/>
          <p:cNvSpPr txBox="1"/>
          <p:nvPr/>
        </p:nvSpPr>
        <p:spPr>
          <a:xfrm>
            <a:off x="774954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Dashboard / App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HF dashboard, Urdu, cited Insight Agent</a:t>
            </a:r>
            <a:endParaRPr lang="en-US" sz="1200" dirty="0"/>
          </a:p>
        </p:txBody>
      </p:sp>
      <p:sp>
        <p:nvSpPr>
          <p:cNvPr id="27" name="Summary bar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3886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Hourly sensor, fire and weather data in  →  tomorrow’s PM2.5, chance of an unhealthy day and an advisory at 8 PM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Details &amp; Tools</a:t>
            </a:r>
            <a:endParaRPr lang="en-US" sz="3200" dirty="0"/>
          </a:p>
        </p:txBody>
      </p:sp>
      <p:graphicFrame>
        <p:nvGraphicFramePr>
          <p:cNvPr id="6" name="Too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Tools / Libraries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we did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Collection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Python, requests, SHA-256 manifest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Hourly API downloads; every raw file fingerprinted so data can’t change unnoticed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Preprocessing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DuckDB, pandas, pandera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Raw → cleaned → gold in UTC; flag stuck/spike/zero readings, fill only 1–2 h gaps, log every decision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Analysis / EDA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pandas, DuckDB SQL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Profiling set the quality thresholds; PSI drift monitor; Punjab EPA spot check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Modeling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scikit-learn (gradient boosting)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Only inputs known at 8 PM; rolling-origin validation; calibrated 80% range; 17.7% better than baseline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Dashboard / App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Prefect, Hugging Face, Plotly, Groq/Gemini, Render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Runs every hour (24/24); live dashboard in English and Urdu; agent with checked citations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Dashboard / App Views</a:t>
            </a:r>
            <a:endParaRPr lang="en-US" sz="3200" dirty="0"/>
          </a:p>
        </p:txBody>
      </p:sp>
      <p:sp>
        <p:nvSpPr>
          <p:cNvPr id="3" name="Screenshot 1"/>
          <p:cNvSpPr/>
          <p:nvPr/>
        </p:nvSpPr>
        <p:spPr>
          <a:xfrm>
            <a:off x="457200" y="1188720"/>
            <a:ext cx="493776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3840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Page 1 – Tomorrow’s smog briefing (live)</a:t>
            </a:r>
            <a:endParaRPr lang="en-US" sz="1400" dirty="0"/>
          </a:p>
        </p:txBody>
      </p:sp>
      <p:sp>
        <p:nvSpPr>
          <p:cNvPr id="6" name="Screenshot 2"/>
          <p:cNvSpPr/>
          <p:nvPr/>
        </p:nvSpPr>
        <p:spPr>
          <a:xfrm>
            <a:off x="5577840" y="1188720"/>
            <a:ext cx="3108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577840" y="22677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Page 2 – Were we right? Back-test</a:t>
            </a:r>
            <a:endParaRPr lang="en-US" sz="1400" dirty="0"/>
          </a:p>
        </p:txBody>
      </p:sp>
      <p:sp>
        <p:nvSpPr>
          <p:cNvPr id="9" name="Screenshot 3"/>
          <p:cNvSpPr/>
          <p:nvPr/>
        </p:nvSpPr>
        <p:spPr>
          <a:xfrm>
            <a:off x="5577840" y="2743200"/>
            <a:ext cx="3108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577840" y="3822191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Page 3 – Punjab EPA check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Live demo: huggingface.co/spaces/lazypanda21/smog-forecast-pakistan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01" name="Dashboard: tomorrow's smog briefing" descr="Dashboard: tomorrow's smog briefi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3953" y="1261872"/>
            <a:ext cx="3144252" cy="2560320"/>
          </a:xfrm>
          <a:prstGeom prst="rect">
            <a:avLst/>
          </a:prstGeom>
        </p:spPr>
      </p:pic>
      <p:pic>
        <p:nvPicPr>
          <p:cNvPr id="102" name="Back-test: forecast vs what happened" descr="Back-test: forecast vs what happene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3560" y="1261872"/>
            <a:ext cx="3017520" cy="991470"/>
          </a:xfrm>
          <a:prstGeom prst="rect">
            <a:avLst/>
          </a:prstGeom>
        </p:spPr>
      </p:pic>
      <p:pic>
        <p:nvPicPr>
          <p:cNvPr id="103" name="Checked against Punjab EPA stations" descr="Checked against Punjab EPA stations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3560" y="2816352"/>
            <a:ext cx="3017520" cy="9268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Finding card 1"/>
          <p:cNvSpPr/>
          <p:nvPr/>
        </p:nvSpPr>
        <p:spPr>
          <a:xfrm>
            <a:off x="457200" y="1188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Finding number 1"/>
          <p:cNvSpPr txBox="1"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17.7% lower error than “tomorrow = today”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Locked Oct 2026 test (80 city-days): MAE 8.94 vs 10.86 µg/m³. Lahore 8.7%, Karachi worse: reported openly</a:t>
            </a:r>
            <a:endParaRPr lang="en-US" sz="1200" dirty="0"/>
          </a:p>
        </p:txBody>
      </p:sp>
      <p:sp>
        <p:nvSpPr>
          <p:cNvPr id="7" name="Finding card 2"/>
          <p:cNvSpPr/>
          <p:nvPr/>
        </p:nvSpPr>
        <p:spPr>
          <a:xfrm>
            <a:off x="457200" y="2331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Finding number 2"/>
          <p:cNvSpPr txBox="1"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Missed smog days: 11 → 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80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Our advisory rule caught 39 of 40 unhealthy test days (simple rule: 29), with 17 false alarms vs 7</a:t>
            </a:r>
            <a:endParaRPr lang="en-US" sz="1200" dirty="0"/>
          </a:p>
        </p:txBody>
      </p:sp>
      <p:sp>
        <p:nvSpPr>
          <p:cNvPr id="11" name="Finding card 3"/>
          <p:cNvSpPr/>
          <p:nvPr/>
        </p:nvSpPr>
        <p:spPr>
          <a:xfrm>
            <a:off x="457200" y="3474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2" name="Finding number 3"/>
          <p:cNvSpPr txBox="1"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03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Honest uncertainty and cited answers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23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80% range held the real value 91% of the time; the Insight Agent passed 22/22 test questions</a:t>
            </a:r>
            <a:endParaRPr lang="en-US" sz="1200" dirty="0"/>
          </a:p>
        </p:txBody>
      </p:sp>
      <p:sp>
        <p:nvSpPr>
          <p:cNvPr id="15" name="Impact card"/>
          <p:cNvSpPr/>
          <p:nvPr/>
        </p:nvSpPr>
        <p:spPr>
          <a:xfrm>
            <a:off x="5852160" y="118872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807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IMPACT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Officers act the evening before; schools, hospitals and the public get warnings, in Urdu too</a:t>
            </a:r>
            <a:endParaRPr lang="en-US" sz="1400" dirty="0"/>
          </a:p>
        </p:txBody>
      </p:sp>
      <p:sp>
        <p:nvSpPr>
          <p:cNvPr id="18" name="Future work card"/>
          <p:cNvSpPr/>
          <p:nvPr/>
        </p:nvSpPr>
        <p:spPr>
          <a:xfrm>
            <a:off x="5852160" y="288036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8076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Calibrate sensors with Punjab EPA, more cities, SMS alerts, cloud hosting, a district pilot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Team &amp; Credits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TEAM XYZ</a:t>
            </a:r>
            <a:endParaRPr lang="en-US" sz="2800" dirty="0"/>
          </a:p>
        </p:txBody>
      </p:sp>
      <p:sp>
        <p:nvSpPr>
          <p:cNvPr id="4" name="Member card 1"/>
          <p:cNvSpPr/>
          <p:nvPr/>
        </p:nvSpPr>
        <p:spPr>
          <a:xfrm>
            <a:off x="45720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5" name="Avatar 1"/>
          <p:cNvSpPr txBox="1"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Laksh Kumar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Lead dev | DT-23035</a:t>
            </a:r>
            <a:endParaRPr lang="en-US" sz="1200" dirty="0"/>
          </a:p>
        </p:txBody>
      </p:sp>
      <p:sp>
        <p:nvSpPr>
          <p:cNvPr id="8" name="Member card 2"/>
          <p:cNvSpPr/>
          <p:nvPr/>
        </p:nvSpPr>
        <p:spPr>
          <a:xfrm>
            <a:off x="256032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9" name="Avatar 2"/>
          <p:cNvSpPr txBox="1"/>
          <p:nvPr/>
        </p:nvSpPr>
        <p:spPr>
          <a:xfrm>
            <a:off x="320040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Syed Mustehsan Akhtar Kazmi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Problem &amp; impact</a:t>
            </a:r>
            <a:endParaRPr lang="en-US" sz="1200" dirty="0"/>
          </a:p>
        </p:txBody>
      </p:sp>
      <p:sp>
        <p:nvSpPr>
          <p:cNvPr id="12" name="Member card 3"/>
          <p:cNvSpPr/>
          <p:nvPr/>
        </p:nvSpPr>
        <p:spPr>
          <a:xfrm>
            <a:off x="466344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3" name="Avatar 3"/>
          <p:cNvSpPr txBox="1"/>
          <p:nvPr/>
        </p:nvSpPr>
        <p:spPr>
          <a:xfrm>
            <a:off x="530352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NF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Noor Fatima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Model and results</a:t>
            </a:r>
            <a:endParaRPr lang="en-US" sz="1200" dirty="0"/>
          </a:p>
        </p:txBody>
      </p:sp>
      <p:sp>
        <p:nvSpPr>
          <p:cNvPr id="16" name="Member card 4"/>
          <p:cNvSpPr/>
          <p:nvPr/>
        </p:nvSpPr>
        <p:spPr>
          <a:xfrm>
            <a:off x="676656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7" name="Avatar 4"/>
          <p:cNvSpPr txBox="1"/>
          <p:nvPr/>
        </p:nvSpPr>
        <p:spPr>
          <a:xfrm>
            <a:off x="740664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Amna Iqbal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Agent and responsible AI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Contact: github.com/lazy-laksh/hackinsight-smog-forecast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Thank you!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Insight">
  <a:themeElements>
    <a:clrScheme name="HackInsight">
      <a:dk1>
        <a:srgbClr val="151515"/>
      </a:dk1>
      <a:lt1>
        <a:srgbClr val="FFFFFF"/>
      </a:lt1>
      <a:dk2>
        <a:srgbClr val="0B5D2A"/>
      </a:dk2>
      <a:lt2>
        <a:srgbClr val="EAF6EE"/>
      </a:lt2>
      <a:accent1>
        <a:srgbClr val="1FA84F"/>
      </a:accent1>
      <a:accent2>
        <a:srgbClr val="0B5D2A"/>
      </a:accent2>
      <a:accent3>
        <a:srgbClr val="151515"/>
      </a:accent3>
      <a:accent4>
        <a:srgbClr val="8FD9A8"/>
      </a:accent4>
      <a:accent5>
        <a:srgbClr val="F2B632"/>
      </a:accent5>
      <a:accent6>
        <a:srgbClr val="5F6B66"/>
      </a:accent6>
      <a:hlink>
        <a:srgbClr val="1FA84F"/>
      </a:hlink>
      <a:folHlink>
        <a:srgbClr val="0B5D2A"/>
      </a:folHlink>
    </a:clrScheme>
    <a:fontScheme name="HackIns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Insight 2026 - Team Template</dc:title>
  <dc:subject>PptxGenJS Presentation</dc:subject>
  <dc:creator>PptxGenJS</dc:creator>
  <cp:lastModifiedBy>PptxGenJS</cp:lastModifiedBy>
  <cp:revision>1</cp:revision>
  <dcterms:created xsi:type="dcterms:W3CDTF">2026-10-21T15:16:12Z</dcterms:created>
  <dcterms:modified xsi:type="dcterms:W3CDTF">2026-10-21T15:16:12Z</dcterms:modified>
</cp:coreProperties>
</file>